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4"/>
    <p:sldMasterId id="2147483674" r:id="rId5"/>
  </p:sldMasterIdLst>
  <p:notesMasterIdLst>
    <p:notesMasterId r:id="rId16"/>
  </p:notesMasterIdLst>
  <p:handoutMasterIdLst>
    <p:handoutMasterId r:id="rId17"/>
  </p:handoutMasterIdLst>
  <p:sldIdLst>
    <p:sldId id="256" r:id="rId6"/>
    <p:sldId id="257" r:id="rId7"/>
    <p:sldId id="271" r:id="rId8"/>
    <p:sldId id="272" r:id="rId9"/>
    <p:sldId id="273" r:id="rId10"/>
    <p:sldId id="274" r:id="rId11"/>
    <p:sldId id="276" r:id="rId12"/>
    <p:sldId id="286" r:id="rId13"/>
    <p:sldId id="287" r:id="rId14"/>
    <p:sldId id="268" r:id="rId15"/>
  </p:sldIdLst>
  <p:sldSz cx="9144000" cy="6858000" type="screen4x3"/>
  <p:notesSz cx="7559675" cy="106918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AB2E2"/>
    <a:srgbClr val="2A66AC"/>
    <a:srgbClr val="75A4DD"/>
    <a:srgbClr val="2E6CB8"/>
    <a:srgbClr val="2A65AC"/>
    <a:srgbClr val="255997"/>
    <a:srgbClr val="3379CD"/>
    <a:srgbClr val="558ED5"/>
    <a:srgbClr val="78A6DE"/>
    <a:srgbClr val="9DBE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1500" y="4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10" Type="http://schemas.openxmlformats.org/officeDocument/2006/relationships/slide" Target="slides/slide5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rpit Garg" userId="b394f3f8-8629-4373-a21a-4d6a03629aa6" providerId="ADAL" clId="{2B80054C-6693-45C6-BA3D-73ABD9CAC98B}"/>
    <pc:docChg chg="undo custSel modSld">
      <pc:chgData name="Arpit Garg" userId="b394f3f8-8629-4373-a21a-4d6a03629aa6" providerId="ADAL" clId="{2B80054C-6693-45C6-BA3D-73ABD9CAC98B}" dt="2026-05-15T19:23:37.679" v="331" actId="14100"/>
      <pc:docMkLst>
        <pc:docMk/>
      </pc:docMkLst>
      <pc:sldChg chg="modSp mod">
        <pc:chgData name="Arpit Garg" userId="b394f3f8-8629-4373-a21a-4d6a03629aa6" providerId="ADAL" clId="{2B80054C-6693-45C6-BA3D-73ABD9CAC98B}" dt="2026-05-01T08:17:44.475" v="158" actId="20577"/>
        <pc:sldMkLst>
          <pc:docMk/>
          <pc:sldMk cId="0" sldId="256"/>
        </pc:sldMkLst>
        <pc:spChg chg="mod">
          <ac:chgData name="Arpit Garg" userId="b394f3f8-8629-4373-a21a-4d6a03629aa6" providerId="ADAL" clId="{2B80054C-6693-45C6-BA3D-73ABD9CAC98B}" dt="2026-05-01T08:17:44.475" v="158" actId="20577"/>
          <ac:spMkLst>
            <pc:docMk/>
            <pc:sldMk cId="0" sldId="256"/>
            <ac:spMk id="4" creationId="{00000000-0000-0000-0000-000000000000}"/>
          </ac:spMkLst>
        </pc:spChg>
      </pc:sldChg>
      <pc:sldChg chg="modSp mod">
        <pc:chgData name="Arpit Garg" userId="b394f3f8-8629-4373-a21a-4d6a03629aa6" providerId="ADAL" clId="{2B80054C-6693-45C6-BA3D-73ABD9CAC98B}" dt="2026-05-15T19:22:36.968" v="243" actId="14100"/>
        <pc:sldMkLst>
          <pc:docMk/>
          <pc:sldMk cId="1196610608" sldId="271"/>
        </pc:sldMkLst>
        <pc:spChg chg="mod">
          <ac:chgData name="Arpit Garg" userId="b394f3f8-8629-4373-a21a-4d6a03629aa6" providerId="ADAL" clId="{2B80054C-6693-45C6-BA3D-73ABD9CAC98B}" dt="2026-05-15T19:22:36.968" v="243" actId="14100"/>
          <ac:spMkLst>
            <pc:docMk/>
            <pc:sldMk cId="1196610608" sldId="271"/>
            <ac:spMk id="5" creationId="{A877B2E0-1DBF-E4C8-3F73-D9DA50489DB8}"/>
          </ac:spMkLst>
        </pc:spChg>
      </pc:sldChg>
      <pc:sldChg chg="modSp mod">
        <pc:chgData name="Arpit Garg" userId="b394f3f8-8629-4373-a21a-4d6a03629aa6" providerId="ADAL" clId="{2B80054C-6693-45C6-BA3D-73ABD9CAC98B}" dt="2026-05-15T19:23:06.177" v="283" actId="20577"/>
        <pc:sldMkLst>
          <pc:docMk/>
          <pc:sldMk cId="2440970922" sldId="272"/>
        </pc:sldMkLst>
        <pc:spChg chg="mod">
          <ac:chgData name="Arpit Garg" userId="b394f3f8-8629-4373-a21a-4d6a03629aa6" providerId="ADAL" clId="{2B80054C-6693-45C6-BA3D-73ABD9CAC98B}" dt="2026-05-15T19:23:06.177" v="283" actId="20577"/>
          <ac:spMkLst>
            <pc:docMk/>
            <pc:sldMk cId="2440970922" sldId="272"/>
            <ac:spMk id="5" creationId="{09CB3DE2-85FE-C189-830A-D1C794C062F4}"/>
          </ac:spMkLst>
        </pc:spChg>
      </pc:sldChg>
      <pc:sldChg chg="modSp mod">
        <pc:chgData name="Arpit Garg" userId="b394f3f8-8629-4373-a21a-4d6a03629aa6" providerId="ADAL" clId="{2B80054C-6693-45C6-BA3D-73ABD9CAC98B}" dt="2026-05-15T19:22:56.714" v="269" actId="20577"/>
        <pc:sldMkLst>
          <pc:docMk/>
          <pc:sldMk cId="888130253" sldId="273"/>
        </pc:sldMkLst>
        <pc:spChg chg="mod">
          <ac:chgData name="Arpit Garg" userId="b394f3f8-8629-4373-a21a-4d6a03629aa6" providerId="ADAL" clId="{2B80054C-6693-45C6-BA3D-73ABD9CAC98B}" dt="2026-05-15T19:22:56.714" v="269" actId="20577"/>
          <ac:spMkLst>
            <pc:docMk/>
            <pc:sldMk cId="888130253" sldId="273"/>
            <ac:spMk id="5" creationId="{ED5C1AFB-13BD-036A-F315-DF3757C63433}"/>
          </ac:spMkLst>
        </pc:spChg>
      </pc:sldChg>
      <pc:sldChg chg="addSp delSp modSp mod">
        <pc:chgData name="Arpit Garg" userId="b394f3f8-8629-4373-a21a-4d6a03629aa6" providerId="ADAL" clId="{2B80054C-6693-45C6-BA3D-73ABD9CAC98B}" dt="2026-05-15T19:23:37.679" v="331" actId="14100"/>
        <pc:sldMkLst>
          <pc:docMk/>
          <pc:sldMk cId="1610413461" sldId="276"/>
        </pc:sldMkLst>
        <pc:spChg chg="add del mod">
          <ac:chgData name="Arpit Garg" userId="b394f3f8-8629-4373-a21a-4d6a03629aa6" providerId="ADAL" clId="{2B80054C-6693-45C6-BA3D-73ABD9CAC98B}" dt="2026-05-15T19:23:37.679" v="331" actId="14100"/>
          <ac:spMkLst>
            <pc:docMk/>
            <pc:sldMk cId="1610413461" sldId="276"/>
            <ac:spMk id="5" creationId="{E55EEA28-1BD4-20C5-6838-CCFBBA3F382E}"/>
          </ac:spMkLst>
        </pc:spChg>
      </pc:sldChg>
      <pc:sldChg chg="modSp mod">
        <pc:chgData name="Arpit Garg" userId="b394f3f8-8629-4373-a21a-4d6a03629aa6" providerId="ADAL" clId="{2B80054C-6693-45C6-BA3D-73ABD9CAC98B}" dt="2026-05-01T08:18:09.776" v="179" actId="20577"/>
        <pc:sldMkLst>
          <pc:docMk/>
          <pc:sldMk cId="4047421189" sldId="287"/>
        </pc:sldMkLst>
        <pc:spChg chg="mod">
          <ac:chgData name="Arpit Garg" userId="b394f3f8-8629-4373-a21a-4d6a03629aa6" providerId="ADAL" clId="{2B80054C-6693-45C6-BA3D-73ABD9CAC98B}" dt="2026-05-01T08:18:09.776" v="179" actId="20577"/>
          <ac:spMkLst>
            <pc:docMk/>
            <pc:sldMk cId="4047421189" sldId="287"/>
            <ac:spMk id="5" creationId="{335B69B3-4A1A-8375-4838-F611E3DF0D05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F607C9A-EDB5-4C0A-BCFE-81AAF6133E6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4F00B0C-2831-4624-A5D3-43F42D30BA7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D2B5EB-424D-4C39-A8AB-65F1D7895EF3}" type="datetimeFigureOut">
              <a:rPr lang="en-US" smtClean="0"/>
              <a:pPr/>
              <a:t>5/16/2026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334ABA9-0C2F-480A-B554-A457296C39B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Name of the faculty [Group: G00] [Sem:2nd]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F3BA01-5457-4975-8BF5-D0EAD49D534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199376-55CE-4213-A97D-9D70929AC50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3002274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8BC1CF-45D5-4DEE-AAB8-8C5341844FC9}" type="datetimeFigureOut">
              <a:rPr lang="en-US" smtClean="0"/>
              <a:pPr/>
              <a:t>5/15/2026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4775" y="1336675"/>
            <a:ext cx="4810125" cy="36083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Name of the faculty [Group: G00] [Sem:2nd]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A7523A-12D4-4E0F-9409-B3F845B483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8122221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A7523A-12D4-4E0F-9409-B3F845B48333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99BB95-9755-4BC6-8051-C2B8CF54F2A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Name of the faculty [Group: G00] [Sem:2nd]</a:t>
            </a:r>
          </a:p>
        </p:txBody>
      </p:sp>
    </p:spTree>
    <p:extLst>
      <p:ext uri="{BB962C8B-B14F-4D97-AF65-F5344CB8AC3E}">
        <p14:creationId xmlns:p14="http://schemas.microsoft.com/office/powerpoint/2010/main" val="425487472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Name of the faculty [Group: G00] [Sem:2nd]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A7523A-12D4-4E0F-9409-B3F845B48333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971071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1C9C62-ECCF-5F50-DCC4-E2F6705985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140FDD7-8F1D-4AAB-5D55-2325DABAE7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4E6A5D2-1546-B2F8-9F89-7031F56106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A7600B5-563A-8C78-9D3B-A425656E5BD4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Name of the faculty [Group: G00] [Sem:2nd]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1E2C5D-8976-3B01-DEDF-F90AEE7C15F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A7523A-12D4-4E0F-9409-B3F845B48333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43522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3F3B7C-30F4-20A1-5744-17EEBE215A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30CBEED-15E7-F9F3-6328-4467EC589CD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D7BF039-3AD1-EE41-3A5D-84575FBD9D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5F5B554-7B7F-69C0-08FF-7034468BE9E8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Name of the faculty [Group: G00] [Sem:2nd]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9C4843C-E03A-9E6E-FB54-06BCAC6A2C8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A7523A-12D4-4E0F-9409-B3F845B48333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99577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BFF2DA-9D76-6EAB-11F3-6B5141AD4C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E4E8C51-3D21-29BF-9CCE-E46ED6D9E8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D391874-6FA4-208D-6D43-E5FF88D713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8B380A3-3012-94BA-C97F-45CDC552E0A9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Name of the faculty [Group: G00] [Sem:2nd]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0CEEDF8-E844-7CE4-6525-6DD55DB4352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A7523A-12D4-4E0F-9409-B3F845B48333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641848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D043BF-D3A5-941F-8642-2A6003524D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664FAE0-2B48-B6DC-CF82-690C47B5D5A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A014239-F190-C0C3-840A-4D9EB24370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56731E6-C594-EA61-65B8-55A72FB2313F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Name of the faculty [Group: G00] [Sem:2nd]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0967E2F-732B-5C83-0B07-E4C443CA57D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A7523A-12D4-4E0F-9409-B3F845B48333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763827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28AA9C-76E3-AC87-A376-039EC357AB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6C2D5F4-2FAD-EE0E-02AA-8B3663FC6E6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1B83702-AA0E-1A34-9632-B33EE86AF5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ACBACE3-4977-630B-CC69-DEEF599167EE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Name of the faculty [Group: G00] [Sem:2nd]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AFE10A7-8ABE-FFA6-E353-8BFB7F1139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A7523A-12D4-4E0F-9409-B3F845B48333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52047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itkara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76DDB5-D18D-1374-00F7-A254A9F6EA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6E2036B-9DA1-37E6-A576-12F67BADC6FA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69633" y="6562107"/>
            <a:ext cx="2133360" cy="364680"/>
          </a:xfrm>
        </p:spPr>
        <p:txBody>
          <a:bodyPr/>
          <a:lstStyle/>
          <a:p>
            <a:pPr>
              <a:lnSpc>
                <a:spcPct val="100000"/>
              </a:lnSpc>
            </a:pPr>
            <a:fld id="{94037556-9E8A-4092-B698-C7B51BCB8D66}" type="datetime1">
              <a:rPr lang="en-US" sz="1200" b="0" strike="noStrike" spc="-1" smtClean="0">
                <a:latin typeface="Times New Roman"/>
              </a:rPr>
              <a:t>5/15/2026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A466EA5-0EC7-9480-2156-C28EAD7D33EE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124079" y="6566396"/>
            <a:ext cx="3577504" cy="364680"/>
          </a:xfrm>
        </p:spPr>
        <p:txBody>
          <a:bodyPr/>
          <a:lstStyle/>
          <a:p>
            <a:r>
              <a:rPr lang="en-US" spc="-1">
                <a:latin typeface="Times New Roman"/>
              </a:rPr>
              <a:t>CO-OP project at Industry (Module-1)/22CS411</a:t>
            </a:r>
            <a:endParaRPr lang="en-GB" sz="1200" spc="-1" dirty="0">
              <a:latin typeface="Times New Roman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CEBDB50-CE80-19E7-5B74-8A9B3ADBFE68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7010640" y="6562107"/>
            <a:ext cx="2133360" cy="364680"/>
          </a:xfrm>
        </p:spPr>
        <p:txBody>
          <a:bodyPr/>
          <a:lstStyle/>
          <a:p>
            <a:pPr algn="r">
              <a:lnSpc>
                <a:spcPct val="100000"/>
              </a:lnSpc>
            </a:pPr>
            <a:fld id="{1CFDC92E-FF5D-4613-8499-B15BC16E50D9}" type="slidenum">
              <a:rPr lang="en-US" sz="1200" b="0" strike="noStrike" spc="-1" smtClean="0">
                <a:solidFill>
                  <a:srgbClr val="898989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‹#›</a:t>
            </a:fld>
            <a:endParaRPr lang="en-GB" sz="1200" b="0" strike="noStrike" spc="-1" dirty="0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158773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itkara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76DDB5-D18D-1374-00F7-A254A9F6EA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6E2036B-9DA1-37E6-A576-12F67BADC6FA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69633" y="6562107"/>
            <a:ext cx="2133360" cy="364680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037556-9E8A-4092-B698-C7B51BCB8D66}" type="datetime1">
              <a:rPr kumimoji="0" lang="en-US" sz="1200" b="0" i="0" u="none" strike="noStrike" kern="1200" cap="none" spc="-1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5/15/2026</a:t>
            </a:fld>
            <a:endParaRPr kumimoji="0" lang="en-GB" sz="1200" b="0" i="0" u="none" strike="noStrike" kern="1200" cap="none" spc="-1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A466EA5-0EC7-9480-2156-C28EAD7D33EE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124079" y="6566396"/>
            <a:ext cx="3577504" cy="364680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-1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</a:rPr>
              <a:t>CO-OP project at Industry (Module-1)/22CS411</a:t>
            </a:r>
            <a:endParaRPr kumimoji="0" lang="en-GB" sz="1200" b="0" i="0" u="none" strike="noStrike" kern="1200" cap="none" spc="-1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CEBDB50-CE80-19E7-5B74-8A9B3ADBFE68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7010640" y="6562107"/>
            <a:ext cx="2133360" cy="364680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CFDC92E-FF5D-4613-8499-B15BC16E50D9}" type="slidenum">
              <a:rPr kumimoji="0" lang="en-US" sz="1200" b="0" i="0" u="none" strike="noStrike" kern="1200" cap="none" spc="-1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/>
                <a:ea typeface="MS PGothic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1200" b="0" i="0" u="none" strike="noStrike" kern="1200" cap="none" spc="-1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2149020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jpeg"/><Relationship Id="rId5" Type="http://schemas.openxmlformats.org/officeDocument/2006/relationships/image" Target="../media/image1.png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CustomShape 1"/>
          <p:cNvSpPr/>
          <p:nvPr/>
        </p:nvSpPr>
        <p:spPr>
          <a:xfrm>
            <a:off x="0" y="0"/>
            <a:ext cx="9143640" cy="837720"/>
          </a:xfrm>
          <a:prstGeom prst="rect">
            <a:avLst/>
          </a:prstGeom>
          <a:solidFill>
            <a:srgbClr val="FF3300"/>
          </a:solidFill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IN"/>
          </a:p>
        </p:txBody>
      </p:sp>
      <p:sp>
        <p:nvSpPr>
          <p:cNvPr id="21" name="CustomShape 2"/>
          <p:cNvSpPr/>
          <p:nvPr/>
        </p:nvSpPr>
        <p:spPr>
          <a:xfrm flipV="1">
            <a:off x="0" y="6704640"/>
            <a:ext cx="9143640" cy="197640"/>
          </a:xfrm>
          <a:prstGeom prst="rect">
            <a:avLst/>
          </a:prstGeom>
          <a:solidFill>
            <a:srgbClr val="FF0000"/>
          </a:solidFill>
          <a:ln w="9360">
            <a:noFill/>
          </a:ln>
          <a:scene3d>
            <a:camera prst="orthographicFront"/>
            <a:lightRig rig="threePt" dir="t"/>
          </a:scene3d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IN"/>
          </a:p>
        </p:txBody>
      </p:sp>
      <p:pic>
        <p:nvPicPr>
          <p:cNvPr id="2" name="Picture 10" descr="LOGO.gif"/>
          <p:cNvPicPr/>
          <p:nvPr/>
        </p:nvPicPr>
        <p:blipFill>
          <a:blip r:embed="rId5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pic>
        <p:nvPicPr>
          <p:cNvPr id="3" name="Picture 10" descr="LOGO.gif"/>
          <p:cNvPicPr/>
          <p:nvPr/>
        </p:nvPicPr>
        <p:blipFill>
          <a:blip r:embed="rId5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grpSp>
        <p:nvGrpSpPr>
          <p:cNvPr id="4" name="Group 3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5" name="CustomShape 4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IN"/>
            </a:p>
          </p:txBody>
        </p:sp>
        <p:pic>
          <p:nvPicPr>
            <p:cNvPr id="6" name="Picture 9" descr="LOGO.gif"/>
            <p:cNvPicPr/>
            <p:nvPr/>
          </p:nvPicPr>
          <p:blipFill>
            <a:blip r:embed="rId5"/>
            <a:srcRect b="10718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7" name="CustomShape 5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/>
            <a:lstStyle/>
            <a:p>
              <a:endParaRPr lang="en-IN"/>
            </a:p>
          </p:txBody>
        </p:sp>
      </p:grpSp>
      <p:pic>
        <p:nvPicPr>
          <p:cNvPr id="8" name="Picture 15" descr="logo.jpg"/>
          <p:cNvPicPr/>
          <p:nvPr/>
        </p:nvPicPr>
        <p:blipFill>
          <a:blip r:embed="rId6"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ln w="9360">
            <a:noFill/>
          </a:ln>
        </p:spPr>
      </p:pic>
      <p:pic>
        <p:nvPicPr>
          <p:cNvPr id="9" name="Picture 10" descr="LOGO.gif"/>
          <p:cNvPicPr/>
          <p:nvPr/>
        </p:nvPicPr>
        <p:blipFill>
          <a:blip r:embed="rId5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grpSp>
        <p:nvGrpSpPr>
          <p:cNvPr id="10" name="Group 6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11" name="CustomShape 7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IN"/>
            </a:p>
          </p:txBody>
        </p:sp>
        <p:pic>
          <p:nvPicPr>
            <p:cNvPr id="12" name="Picture 9" descr="LOGO.gif"/>
            <p:cNvPicPr/>
            <p:nvPr/>
          </p:nvPicPr>
          <p:blipFill>
            <a:blip r:embed="rId5"/>
            <a:srcRect b="10718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13" name="CustomShape 8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/>
            <a:lstStyle/>
            <a:p>
              <a:endParaRPr lang="en-IN"/>
            </a:p>
          </p:txBody>
        </p:sp>
      </p:grpSp>
      <p:pic>
        <p:nvPicPr>
          <p:cNvPr id="14" name="Picture 15" descr="logo.jpg"/>
          <p:cNvPicPr/>
          <p:nvPr/>
        </p:nvPicPr>
        <p:blipFill>
          <a:blip r:embed="rId6"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ln w="9360">
            <a:noFill/>
          </a:ln>
        </p:spPr>
      </p:pic>
      <p:sp>
        <p:nvSpPr>
          <p:cNvPr id="15" name="PlaceHolder 9"/>
          <p:cNvSpPr>
            <a:spLocks noGrp="1"/>
          </p:cNvSpPr>
          <p:nvPr>
            <p:ph type="title"/>
          </p:nvPr>
        </p:nvSpPr>
        <p:spPr>
          <a:xfrm>
            <a:off x="0" y="0"/>
            <a:ext cx="6476760" cy="83772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000" b="0" strike="noStrike" spc="-1">
                <a:solidFill>
                  <a:srgbClr val="000000"/>
                </a:solidFill>
                <a:latin typeface="Calibri"/>
                <a:ea typeface="MS PGothic"/>
              </a:rPr>
              <a:t>Click to edit Master title style</a:t>
            </a:r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10"/>
          <p:cNvSpPr>
            <a:spLocks noGrp="1"/>
          </p:cNvSpPr>
          <p:nvPr>
            <p:ph type="body"/>
          </p:nvPr>
        </p:nvSpPr>
        <p:spPr>
          <a:xfrm>
            <a:off x="457200" y="1371600"/>
            <a:ext cx="8229240" cy="4525560"/>
          </a:xfrm>
          <a:prstGeom prst="rect">
            <a:avLst/>
          </a:prstGeom>
        </p:spPr>
        <p:txBody>
          <a:bodyPr>
            <a:noAutofit/>
          </a:bodyPr>
          <a:lstStyle/>
          <a:p>
            <a:pPr marL="343080" indent="-3427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Click to edit Master text styles</a:t>
            </a:r>
            <a:endParaRPr lang="en-US" sz="3200" b="0" strike="noStrike" spc="-1" dirty="0">
              <a:solidFill>
                <a:srgbClr val="000000"/>
              </a:solidFill>
              <a:latin typeface="Calibri"/>
            </a:endParaRPr>
          </a:p>
          <a:p>
            <a:pPr marL="743040" lvl="1" indent="-28548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Second level</a:t>
            </a:r>
            <a:endParaRPr lang="en-US" sz="2800" b="0" strike="noStrike" spc="-1" dirty="0">
              <a:solidFill>
                <a:srgbClr val="000000"/>
              </a:solidFill>
              <a:latin typeface="Calibri"/>
            </a:endParaRPr>
          </a:p>
          <a:p>
            <a:pPr marL="1143000" lvl="2" indent="-22824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Third level</a:t>
            </a:r>
            <a:endParaRPr lang="en-US" sz="2400" b="0" strike="noStrike" spc="-1" dirty="0">
              <a:solidFill>
                <a:srgbClr val="000000"/>
              </a:solidFill>
              <a:latin typeface="Calibri"/>
            </a:endParaRPr>
          </a:p>
          <a:p>
            <a:pPr marL="1600200" lvl="3" indent="-22824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Fourth level</a:t>
            </a: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  <a:p>
            <a:pPr marL="2057400" lvl="4" indent="-22824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Fifth level</a:t>
            </a: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11"/>
          <p:cNvSpPr>
            <a:spLocks noGrp="1"/>
          </p:cNvSpPr>
          <p:nvPr>
            <p:ph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fld id="{3D964FCB-4B12-48F3-8EC8-4E7C43142726}" type="datetime1">
              <a:rPr lang="en-US" sz="1200" b="0" strike="noStrike" spc="-1" smtClean="0">
                <a:latin typeface="Times New Roman"/>
              </a:rPr>
              <a:t>5/15/2026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18" name="PlaceHolder 12"/>
          <p:cNvSpPr>
            <a:spLocks noGrp="1"/>
          </p:cNvSpPr>
          <p:nvPr>
            <p:ph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defRPr sz="1200"/>
            </a:lvl1pPr>
          </a:lstStyle>
          <a:p>
            <a:r>
              <a:rPr lang="en-US" spc="-1" dirty="0">
                <a:latin typeface="Times New Roman"/>
              </a:rPr>
              <a:t>CO-OP project at Industry (Module-1)/22CS411</a:t>
            </a:r>
            <a:endParaRPr lang="en-GB" sz="1200" spc="-1" dirty="0">
              <a:latin typeface="Times New Roman"/>
            </a:endParaRPr>
          </a:p>
        </p:txBody>
      </p:sp>
      <p:sp>
        <p:nvSpPr>
          <p:cNvPr id="19" name="PlaceHolder 13"/>
          <p:cNvSpPr>
            <a:spLocks noGrp="1"/>
          </p:cNvSpPr>
          <p:nvPr>
            <p:ph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1CFDC92E-FF5D-4613-8499-B15BC16E50D9}" type="slidenum">
              <a:rPr lang="en-US" sz="1200" b="0" strike="noStrike" spc="-1">
                <a:solidFill>
                  <a:srgbClr val="898989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‹#›</a:t>
            </a:fld>
            <a:endParaRPr lang="en-GB" sz="1200" b="0" strike="noStrike" spc="-1" dirty="0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49" r:id="rId2"/>
    <p:sldLayoutId id="2147483650" r:id="rId3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CustomShape 1"/>
          <p:cNvSpPr/>
          <p:nvPr/>
        </p:nvSpPr>
        <p:spPr>
          <a:xfrm>
            <a:off x="0" y="0"/>
            <a:ext cx="9143640" cy="837720"/>
          </a:xfrm>
          <a:prstGeom prst="rect">
            <a:avLst/>
          </a:prstGeom>
          <a:solidFill>
            <a:srgbClr val="FF3300"/>
          </a:solidFill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</a:endParaRPr>
          </a:p>
        </p:txBody>
      </p:sp>
      <p:sp>
        <p:nvSpPr>
          <p:cNvPr id="21" name="CustomShape 2"/>
          <p:cNvSpPr/>
          <p:nvPr/>
        </p:nvSpPr>
        <p:spPr>
          <a:xfrm flipV="1">
            <a:off x="0" y="6704640"/>
            <a:ext cx="9143640" cy="197640"/>
          </a:xfrm>
          <a:prstGeom prst="rect">
            <a:avLst/>
          </a:prstGeom>
          <a:solidFill>
            <a:srgbClr val="FF0000"/>
          </a:solidFill>
          <a:ln w="9360">
            <a:noFill/>
          </a:ln>
          <a:scene3d>
            <a:camera prst="orthographicFront"/>
            <a:lightRig rig="threePt" dir="t"/>
          </a:scene3d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</a:endParaRPr>
          </a:p>
        </p:txBody>
      </p:sp>
      <p:pic>
        <p:nvPicPr>
          <p:cNvPr id="2" name="Picture 10" descr="LOGO.gif"/>
          <p:cNvPicPr/>
          <p:nvPr/>
        </p:nvPicPr>
        <p:blipFill>
          <a:blip r:embed="rId3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pic>
        <p:nvPicPr>
          <p:cNvPr id="3" name="Picture 10" descr="LOGO.gif"/>
          <p:cNvPicPr/>
          <p:nvPr/>
        </p:nvPicPr>
        <p:blipFill>
          <a:blip r:embed="rId3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grpSp>
        <p:nvGrpSpPr>
          <p:cNvPr id="4" name="Group 3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5" name="CustomShape 4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</a:endParaRPr>
            </a:p>
          </p:txBody>
        </p:sp>
        <p:pic>
          <p:nvPicPr>
            <p:cNvPr id="6" name="Picture 9" descr="LOGO.gif"/>
            <p:cNvPicPr/>
            <p:nvPr/>
          </p:nvPicPr>
          <p:blipFill>
            <a:blip r:embed="rId3"/>
            <a:srcRect b="10718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7" name="CustomShape 5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</a:endParaRPr>
            </a:p>
          </p:txBody>
        </p:sp>
      </p:grpSp>
      <p:pic>
        <p:nvPicPr>
          <p:cNvPr id="8" name="Picture 15" descr="logo.jpg"/>
          <p:cNvPicPr/>
          <p:nvPr/>
        </p:nvPicPr>
        <p:blipFill>
          <a:blip r:embed="rId4"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ln w="9360">
            <a:noFill/>
          </a:ln>
        </p:spPr>
      </p:pic>
      <p:pic>
        <p:nvPicPr>
          <p:cNvPr id="9" name="Picture 10" descr="LOGO.gif"/>
          <p:cNvPicPr/>
          <p:nvPr/>
        </p:nvPicPr>
        <p:blipFill>
          <a:blip r:embed="rId3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grpSp>
        <p:nvGrpSpPr>
          <p:cNvPr id="10" name="Group 6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11" name="CustomShape 7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</a:endParaRPr>
            </a:p>
          </p:txBody>
        </p:sp>
        <p:pic>
          <p:nvPicPr>
            <p:cNvPr id="12" name="Picture 9" descr="LOGO.gif"/>
            <p:cNvPicPr/>
            <p:nvPr/>
          </p:nvPicPr>
          <p:blipFill>
            <a:blip r:embed="rId3"/>
            <a:srcRect b="10718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13" name="CustomShape 8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</a:endParaRPr>
            </a:p>
          </p:txBody>
        </p:sp>
      </p:grpSp>
      <p:pic>
        <p:nvPicPr>
          <p:cNvPr id="14" name="Picture 15" descr="logo.jpg"/>
          <p:cNvPicPr/>
          <p:nvPr/>
        </p:nvPicPr>
        <p:blipFill>
          <a:blip r:embed="rId4"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ln w="9360">
            <a:noFill/>
          </a:ln>
        </p:spPr>
      </p:pic>
      <p:sp>
        <p:nvSpPr>
          <p:cNvPr id="15" name="PlaceHolder 9"/>
          <p:cNvSpPr>
            <a:spLocks noGrp="1"/>
          </p:cNvSpPr>
          <p:nvPr>
            <p:ph type="title"/>
          </p:nvPr>
        </p:nvSpPr>
        <p:spPr>
          <a:xfrm>
            <a:off x="0" y="0"/>
            <a:ext cx="6476760" cy="83772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000" b="0" strike="noStrike" spc="-1">
                <a:solidFill>
                  <a:srgbClr val="000000"/>
                </a:solidFill>
                <a:latin typeface="Calibri"/>
                <a:ea typeface="MS PGothic"/>
              </a:rPr>
              <a:t>Click to edit Master title style</a:t>
            </a:r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10"/>
          <p:cNvSpPr>
            <a:spLocks noGrp="1"/>
          </p:cNvSpPr>
          <p:nvPr>
            <p:ph type="body"/>
          </p:nvPr>
        </p:nvSpPr>
        <p:spPr>
          <a:xfrm>
            <a:off x="457200" y="1371600"/>
            <a:ext cx="8229240" cy="4525560"/>
          </a:xfrm>
          <a:prstGeom prst="rect">
            <a:avLst/>
          </a:prstGeom>
        </p:spPr>
        <p:txBody>
          <a:bodyPr>
            <a:noAutofit/>
          </a:bodyPr>
          <a:lstStyle/>
          <a:p>
            <a:pPr marL="343080" indent="-3427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Click to edit Master text styles</a:t>
            </a:r>
            <a:endParaRPr lang="en-US" sz="3200" b="0" strike="noStrike" spc="-1" dirty="0">
              <a:solidFill>
                <a:srgbClr val="000000"/>
              </a:solidFill>
              <a:latin typeface="Calibri"/>
            </a:endParaRPr>
          </a:p>
          <a:p>
            <a:pPr marL="743040" lvl="1" indent="-28548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Second level</a:t>
            </a:r>
            <a:endParaRPr lang="en-US" sz="2800" b="0" strike="noStrike" spc="-1" dirty="0">
              <a:solidFill>
                <a:srgbClr val="000000"/>
              </a:solidFill>
              <a:latin typeface="Calibri"/>
            </a:endParaRPr>
          </a:p>
          <a:p>
            <a:pPr marL="1143000" lvl="2" indent="-22824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Third level</a:t>
            </a:r>
            <a:endParaRPr lang="en-US" sz="2400" b="0" strike="noStrike" spc="-1" dirty="0">
              <a:solidFill>
                <a:srgbClr val="000000"/>
              </a:solidFill>
              <a:latin typeface="Calibri"/>
            </a:endParaRPr>
          </a:p>
          <a:p>
            <a:pPr marL="1600200" lvl="3" indent="-22824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Fourth level</a:t>
            </a: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  <a:p>
            <a:pPr marL="2057400" lvl="4" indent="-22824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Fifth level</a:t>
            </a: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11"/>
          <p:cNvSpPr>
            <a:spLocks noGrp="1"/>
          </p:cNvSpPr>
          <p:nvPr>
            <p:ph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64FCB-4B12-48F3-8EC8-4E7C43142726}" type="datetime1">
              <a:rPr kumimoji="0" lang="en-US" sz="1200" b="0" i="0" u="none" strike="noStrike" kern="1200" cap="none" spc="-1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5/15/2026</a:t>
            </a:fld>
            <a:endParaRPr kumimoji="0" lang="en-GB" sz="1200" b="0" i="0" u="none" strike="noStrike" kern="1200" cap="none" spc="-1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</a:endParaRPr>
          </a:p>
        </p:txBody>
      </p:sp>
      <p:sp>
        <p:nvSpPr>
          <p:cNvPr id="18" name="PlaceHolder 12"/>
          <p:cNvSpPr>
            <a:spLocks noGrp="1"/>
          </p:cNvSpPr>
          <p:nvPr>
            <p:ph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defRPr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-1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</a:rPr>
              <a:t>CO-OP project at Industry (Module-1)/22CS411</a:t>
            </a:r>
            <a:endParaRPr kumimoji="0" lang="en-GB" sz="1200" b="0" i="0" u="none" strike="noStrike" kern="1200" cap="none" spc="-1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</a:endParaRPr>
          </a:p>
        </p:txBody>
      </p:sp>
      <p:sp>
        <p:nvSpPr>
          <p:cNvPr id="19" name="PlaceHolder 13"/>
          <p:cNvSpPr>
            <a:spLocks noGrp="1"/>
          </p:cNvSpPr>
          <p:nvPr>
            <p:ph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CFDC92E-FF5D-4613-8499-B15BC16E50D9}" type="slidenum">
              <a:rPr kumimoji="0" lang="en-US" sz="1200" b="0" i="0" u="none" strike="noStrike" kern="1200" cap="none" spc="-1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/>
                <a:ea typeface="MS PGothic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1200" b="0" i="0" u="none" strike="noStrike" kern="1200" cap="none" spc="-1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3052654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Shape 1"/>
          <p:cNvSpPr txBox="1"/>
          <p:nvPr/>
        </p:nvSpPr>
        <p:spPr>
          <a:xfrm>
            <a:off x="0" y="829745"/>
            <a:ext cx="9144000" cy="5717485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IN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Project Presentation of 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Co-Op Project at Industry (Module-2) </a:t>
            </a:r>
            <a:endParaRPr lang="en-IN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On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4400" b="1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N</a:t>
            </a:r>
            <a:r>
              <a:rPr lang="en-US" sz="4400" b="1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oteSphere</a:t>
            </a:r>
            <a:br>
              <a:rPr lang="en-US" sz="20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</a:b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Arpit Garg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2210990164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Supervised By: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Dr. Gurpreet Singh</a:t>
            </a:r>
          </a:p>
          <a:p>
            <a:pPr algn="ctr">
              <a:spcBef>
                <a:spcPts val="400"/>
              </a:spcBef>
            </a:pP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Associate Professor and Placement Incharge – CSE Department</a:t>
            </a: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spcBef>
                <a:spcPts val="400"/>
              </a:spcBef>
            </a:pPr>
            <a:endParaRPr lang="en-US" sz="2000" spc="-1" dirty="0">
              <a:solidFill>
                <a:srgbClr val="000000"/>
              </a:solidFill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spc="-1" dirty="0"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spc="-1" dirty="0"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400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Department of </a:t>
            </a:r>
            <a:r>
              <a:rPr lang="en-US" sz="2400" b="0" strike="noStrike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Computer Science and Engineering, 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400" b="0" strike="noStrike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Chitkara University, Punjab</a:t>
            </a:r>
          </a:p>
          <a:p>
            <a:pPr algn="ctr">
              <a:lnSpc>
                <a:spcPct val="15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641"/>
              </a:spcBef>
            </a:pP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200" dirty="0"/>
              <a:t>Problem Background</a:t>
            </a: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769390" y="6592494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2</a:t>
            </a:fld>
            <a:endParaRPr lang="en-GB" sz="1200" b="0" strike="noStrike" spc="-1" dirty="0">
              <a:latin typeface="Times New Roman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algn="just">
              <a:lnSpc>
                <a:spcPct val="100000"/>
              </a:lnSpc>
              <a:spcBef>
                <a:spcPts val="400"/>
              </a:spcBef>
            </a:pPr>
            <a:endParaRPr lang="en-US" sz="2600" b="0" strike="noStrike" spc="-1" dirty="0">
              <a:solidFill>
                <a:srgbClr val="000000"/>
              </a:solidFill>
              <a:latin typeface="Calibri"/>
            </a:endParaRPr>
          </a:p>
          <a:p>
            <a:pPr marL="457200" indent="-457200" algn="just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sz="2600" dirty="0"/>
              <a:t>Students struggle to find structured, reliable study material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600" spc="-1" dirty="0">
              <a:solidFill>
                <a:srgbClr val="000000"/>
              </a:solidFill>
              <a:latin typeface="Calibri"/>
              <a:cs typeface="Times New Roman" panose="02020603050405020304" pitchFamily="18" charset="0"/>
            </a:endParaRPr>
          </a:p>
          <a:p>
            <a:pPr marL="457200" indent="-457200" algn="just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sz="2600" dirty="0"/>
              <a:t>Resources are scattered, outdated, or expensive.</a:t>
            </a:r>
          </a:p>
          <a:p>
            <a:pPr marL="457200" indent="-457200" algn="just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sz="2600" dirty="0"/>
              <a:t>Creators face copyright and ownership issues.</a:t>
            </a:r>
          </a:p>
          <a:p>
            <a:pPr marL="457200" indent="-457200" algn="just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sz="2600" dirty="0"/>
              <a:t>Lack of centralization leads to time wastage and inefficient exam preparation.</a:t>
            </a:r>
            <a:endParaRPr lang="en-US" sz="2600" spc="-1" dirty="0">
              <a:solidFill>
                <a:srgbClr val="000000"/>
              </a:solidFill>
              <a:latin typeface="Calibri"/>
            </a:endParaRPr>
          </a:p>
          <a:p>
            <a:pPr algn="just">
              <a:lnSpc>
                <a:spcPct val="150000"/>
              </a:lnSpc>
              <a:spcBef>
                <a:spcPts val="400"/>
              </a:spcBef>
            </a:pPr>
            <a:endParaRPr lang="en-US" sz="2600" b="0" strike="noStrike" spc="-1" dirty="0">
              <a:solidFill>
                <a:srgbClr val="000000"/>
              </a:solidFill>
              <a:latin typeface="Calibri"/>
            </a:endParaRPr>
          </a:p>
          <a:p>
            <a:pPr algn="just">
              <a:lnSpc>
                <a:spcPct val="150000"/>
              </a:lnSpc>
              <a:spcBef>
                <a:spcPts val="400"/>
              </a:spcBef>
            </a:pPr>
            <a:endParaRPr lang="en-US" sz="2600" b="0" strike="noStrike" spc="-1" dirty="0">
              <a:solidFill>
                <a:srgbClr val="000000"/>
              </a:solidFill>
              <a:latin typeface="Calibri"/>
            </a:endParaRPr>
          </a:p>
          <a:p>
            <a:pPr algn="just">
              <a:lnSpc>
                <a:spcPct val="150000"/>
              </a:lnSpc>
              <a:spcBef>
                <a:spcPts val="400"/>
              </a:spcBef>
            </a:pPr>
            <a:endParaRPr lang="en-US" sz="2600" b="0" strike="noStrike" spc="-1" dirty="0">
              <a:solidFill>
                <a:srgbClr val="000000"/>
              </a:solidFill>
              <a:latin typeface="Calibri"/>
            </a:endParaRPr>
          </a:p>
          <a:p>
            <a:pPr algn="just">
              <a:lnSpc>
                <a:spcPct val="150000"/>
              </a:lnSpc>
              <a:spcBef>
                <a:spcPts val="400"/>
              </a:spcBef>
            </a:pPr>
            <a:endParaRPr lang="en-US" sz="2600" b="0" strike="noStrike" spc="-1" dirty="0">
              <a:solidFill>
                <a:srgbClr val="000000"/>
              </a:solidFill>
              <a:latin typeface="Calibri"/>
            </a:endParaRPr>
          </a:p>
          <a:p>
            <a:pPr algn="just">
              <a:lnSpc>
                <a:spcPct val="100000"/>
              </a:lnSpc>
              <a:spcBef>
                <a:spcPts val="400"/>
              </a:spcBef>
            </a:pPr>
            <a:endParaRPr lang="en-US" sz="2600" b="0" strike="noStrike" spc="-1" dirty="0">
              <a:solidFill>
                <a:srgbClr val="000000"/>
              </a:solidFill>
              <a:latin typeface="Calibri"/>
            </a:endParaRPr>
          </a:p>
          <a:p>
            <a:pPr algn="just">
              <a:lnSpc>
                <a:spcPct val="100000"/>
              </a:lnSpc>
              <a:spcBef>
                <a:spcPts val="400"/>
              </a:spcBef>
            </a:pPr>
            <a:endParaRPr lang="en-US" sz="2600" b="0" strike="noStrike" spc="-1" dirty="0">
              <a:solidFill>
                <a:srgbClr val="000000"/>
              </a:solidFill>
              <a:latin typeface="Calibri"/>
            </a:endParaRPr>
          </a:p>
          <a:p>
            <a:pPr algn="just">
              <a:lnSpc>
                <a:spcPct val="100000"/>
              </a:lnSpc>
              <a:spcBef>
                <a:spcPts val="400"/>
              </a:spcBef>
            </a:pPr>
            <a:endParaRPr lang="en-US" sz="2600" b="0" strike="noStrike" spc="-1" dirty="0">
              <a:solidFill>
                <a:srgbClr val="000000"/>
              </a:solidFill>
              <a:latin typeface="Calibri"/>
            </a:endParaRPr>
          </a:p>
          <a:p>
            <a:pPr algn="just">
              <a:lnSpc>
                <a:spcPct val="100000"/>
              </a:lnSpc>
              <a:spcBef>
                <a:spcPts val="400"/>
              </a:spcBef>
            </a:pPr>
            <a:endParaRPr lang="en-US" sz="2600" b="0" strike="noStrike" spc="-1" dirty="0">
              <a:solidFill>
                <a:srgbClr val="000000"/>
              </a:solidFill>
              <a:latin typeface="Calibri"/>
            </a:endParaRPr>
          </a:p>
          <a:p>
            <a:pPr algn="just">
              <a:lnSpc>
                <a:spcPct val="100000"/>
              </a:lnSpc>
              <a:spcBef>
                <a:spcPts val="400"/>
              </a:spcBef>
            </a:pPr>
            <a:endParaRPr lang="en-US" sz="2600" b="0" strike="noStrike" spc="-1" dirty="0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BA8531-0151-307F-D5D1-954DB7F732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>
            <a:extLst>
              <a:ext uri="{FF2B5EF4-FFF2-40B4-BE49-F238E27FC236}">
                <a16:creationId xmlns:a16="http://schemas.microsoft.com/office/drawing/2014/main" id="{1CE47D9D-CD4F-7A2F-A303-3B617C23AE77}"/>
              </a:ext>
            </a:extLst>
          </p:cNvPr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200" dirty="0"/>
              <a:t>Objective</a:t>
            </a: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>
            <a:extLst>
              <a:ext uri="{FF2B5EF4-FFF2-40B4-BE49-F238E27FC236}">
                <a16:creationId xmlns:a16="http://schemas.microsoft.com/office/drawing/2014/main" id="{3329F2A7-1049-8615-7B13-5701BEC0B115}"/>
              </a:ext>
            </a:extLst>
          </p:cNvPr>
          <p:cNvSpPr txBox="1"/>
          <p:nvPr/>
        </p:nvSpPr>
        <p:spPr>
          <a:xfrm>
            <a:off x="6769390" y="6592494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3</a:t>
            </a:fld>
            <a:endParaRPr lang="en-GB" sz="1200" b="0" strike="noStrike" spc="-1" dirty="0">
              <a:latin typeface="Times New Roman"/>
            </a:endParaRPr>
          </a:p>
        </p:txBody>
      </p:sp>
      <p:sp>
        <p:nvSpPr>
          <p:cNvPr id="5" name="TextShape 2">
            <a:extLst>
              <a:ext uri="{FF2B5EF4-FFF2-40B4-BE49-F238E27FC236}">
                <a16:creationId xmlns:a16="http://schemas.microsoft.com/office/drawing/2014/main" id="{A877B2E0-1DBF-E4C8-3F73-D9DA50489DB8}"/>
              </a:ext>
            </a:extLst>
          </p:cNvPr>
          <p:cNvSpPr txBox="1"/>
          <p:nvPr/>
        </p:nvSpPr>
        <p:spPr>
          <a:xfrm>
            <a:off x="164008" y="1186543"/>
            <a:ext cx="8838720" cy="4761769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endParaRPr lang="en-US" sz="26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600" dirty="0"/>
              <a:t>Ensure content authenticity and copyright clarity.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600" dirty="0"/>
              <a:t>Improve learning efficiency and time management for students.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600" dirty="0"/>
              <a:t>Build a user-friendly and responsive interface for better experience.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600" spc="-1" dirty="0">
              <a:solidFill>
                <a:srgbClr val="000000"/>
              </a:solidFill>
              <a:latin typeface="Calibri"/>
            </a:endParaRPr>
          </a:p>
          <a:p>
            <a:pPr algn="just">
              <a:lnSpc>
                <a:spcPct val="150000"/>
              </a:lnSpc>
              <a:spcBef>
                <a:spcPts val="400"/>
              </a:spcBef>
            </a:pPr>
            <a:endParaRPr lang="en-US" sz="2600" b="0" strike="noStrike" spc="-1" dirty="0">
              <a:solidFill>
                <a:srgbClr val="000000"/>
              </a:solidFill>
              <a:latin typeface="Calibri"/>
            </a:endParaRPr>
          </a:p>
          <a:p>
            <a:pPr algn="just">
              <a:lnSpc>
                <a:spcPct val="150000"/>
              </a:lnSpc>
              <a:spcBef>
                <a:spcPts val="400"/>
              </a:spcBef>
            </a:pPr>
            <a:endParaRPr lang="en-US" sz="2600" b="0" strike="noStrike" spc="-1" dirty="0">
              <a:solidFill>
                <a:srgbClr val="000000"/>
              </a:solidFill>
              <a:latin typeface="Calibri"/>
            </a:endParaRPr>
          </a:p>
          <a:p>
            <a:pPr algn="just">
              <a:lnSpc>
                <a:spcPct val="150000"/>
              </a:lnSpc>
              <a:spcBef>
                <a:spcPts val="400"/>
              </a:spcBef>
            </a:pPr>
            <a:endParaRPr lang="en-US" sz="2600" b="0" strike="noStrike" spc="-1" dirty="0">
              <a:solidFill>
                <a:srgbClr val="000000"/>
              </a:solidFill>
              <a:latin typeface="Calibri"/>
            </a:endParaRPr>
          </a:p>
          <a:p>
            <a:pPr algn="just">
              <a:lnSpc>
                <a:spcPct val="150000"/>
              </a:lnSpc>
              <a:spcBef>
                <a:spcPts val="400"/>
              </a:spcBef>
            </a:pPr>
            <a:endParaRPr lang="en-US" sz="2600" b="0" strike="noStrike" spc="-1" dirty="0">
              <a:solidFill>
                <a:srgbClr val="000000"/>
              </a:solidFill>
              <a:latin typeface="Calibri"/>
            </a:endParaRPr>
          </a:p>
          <a:p>
            <a:pPr algn="just">
              <a:lnSpc>
                <a:spcPct val="100000"/>
              </a:lnSpc>
              <a:spcBef>
                <a:spcPts val="400"/>
              </a:spcBef>
            </a:pPr>
            <a:endParaRPr lang="en-US" sz="2600" b="0" strike="noStrike" spc="-1" dirty="0">
              <a:solidFill>
                <a:srgbClr val="000000"/>
              </a:solidFill>
              <a:latin typeface="Calibri"/>
            </a:endParaRPr>
          </a:p>
          <a:p>
            <a:pPr algn="just">
              <a:lnSpc>
                <a:spcPct val="100000"/>
              </a:lnSpc>
              <a:spcBef>
                <a:spcPts val="400"/>
              </a:spcBef>
            </a:pPr>
            <a:endParaRPr lang="en-US" sz="2600" b="0" strike="noStrike" spc="-1" dirty="0">
              <a:solidFill>
                <a:srgbClr val="000000"/>
              </a:solidFill>
              <a:latin typeface="Calibri"/>
            </a:endParaRPr>
          </a:p>
          <a:p>
            <a:pPr algn="just">
              <a:lnSpc>
                <a:spcPct val="100000"/>
              </a:lnSpc>
              <a:spcBef>
                <a:spcPts val="400"/>
              </a:spcBef>
            </a:pPr>
            <a:endParaRPr lang="en-US" sz="2600" b="0" strike="noStrike" spc="-1" dirty="0">
              <a:solidFill>
                <a:srgbClr val="000000"/>
              </a:solidFill>
              <a:latin typeface="Calibri"/>
            </a:endParaRPr>
          </a:p>
          <a:p>
            <a:pPr algn="just">
              <a:lnSpc>
                <a:spcPct val="100000"/>
              </a:lnSpc>
              <a:spcBef>
                <a:spcPts val="400"/>
              </a:spcBef>
            </a:pPr>
            <a:endParaRPr lang="en-US" sz="2600" b="0" strike="noStrike" spc="-1" dirty="0">
              <a:solidFill>
                <a:srgbClr val="000000"/>
              </a:solidFill>
              <a:latin typeface="Calibri"/>
            </a:endParaRPr>
          </a:p>
          <a:p>
            <a:pPr algn="just">
              <a:lnSpc>
                <a:spcPct val="100000"/>
              </a:lnSpc>
              <a:spcBef>
                <a:spcPts val="400"/>
              </a:spcBef>
            </a:pPr>
            <a:endParaRPr lang="en-US" sz="2600" b="0" strike="noStrike" spc="-1" dirty="0">
              <a:solidFill>
                <a:srgbClr val="000000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1966106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8A9CE5-1A39-7E13-2C91-6600B0EBCA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>
            <a:extLst>
              <a:ext uri="{FF2B5EF4-FFF2-40B4-BE49-F238E27FC236}">
                <a16:creationId xmlns:a16="http://schemas.microsoft.com/office/drawing/2014/main" id="{786AF84B-70C7-96EB-AEFA-EC56D2BB59FD}"/>
              </a:ext>
            </a:extLst>
          </p:cNvPr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200" dirty="0"/>
              <a:t>Proposed Solution</a:t>
            </a: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>
            <a:extLst>
              <a:ext uri="{FF2B5EF4-FFF2-40B4-BE49-F238E27FC236}">
                <a16:creationId xmlns:a16="http://schemas.microsoft.com/office/drawing/2014/main" id="{6EFF9785-B221-8523-4D11-8FBBEE712631}"/>
              </a:ext>
            </a:extLst>
          </p:cNvPr>
          <p:cNvSpPr txBox="1"/>
          <p:nvPr/>
        </p:nvSpPr>
        <p:spPr>
          <a:xfrm>
            <a:off x="6769390" y="6592494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4</a:t>
            </a:fld>
            <a:endParaRPr lang="en-GB" sz="1200" b="0" strike="noStrike" spc="-1" dirty="0">
              <a:latin typeface="Times New Roman"/>
            </a:endParaRPr>
          </a:p>
        </p:txBody>
      </p:sp>
      <p:sp>
        <p:nvSpPr>
          <p:cNvPr id="5" name="TextShape 2">
            <a:extLst>
              <a:ext uri="{FF2B5EF4-FFF2-40B4-BE49-F238E27FC236}">
                <a16:creationId xmlns:a16="http://schemas.microsoft.com/office/drawing/2014/main" id="{09CB3DE2-85FE-C189-830A-D1C794C062F4}"/>
              </a:ext>
            </a:extLst>
          </p:cNvPr>
          <p:cNvSpPr txBox="1"/>
          <p:nvPr/>
        </p:nvSpPr>
        <p:spPr>
          <a:xfrm>
            <a:off x="164008" y="1654629"/>
            <a:ext cx="8838720" cy="4293684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600" dirty="0"/>
              <a:t>Web platform providing categorized academic notes.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600" dirty="0"/>
              <a:t>Includes user management, content system, and admin dashboard.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600" dirty="0"/>
              <a:t>Provides advanced search and filtering for quick content access.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600" dirty="0"/>
              <a:t>Ensures secure data handling and authentication.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600" spc="-1" dirty="0">
              <a:solidFill>
                <a:srgbClr val="000000"/>
              </a:solidFill>
              <a:latin typeface="Calibri"/>
            </a:endParaRPr>
          </a:p>
          <a:p>
            <a:pPr algn="just">
              <a:lnSpc>
                <a:spcPct val="150000"/>
              </a:lnSpc>
              <a:spcBef>
                <a:spcPts val="400"/>
              </a:spcBef>
            </a:pPr>
            <a:endParaRPr lang="en-US" sz="2600" b="0" strike="noStrike" spc="-1" dirty="0">
              <a:solidFill>
                <a:srgbClr val="000000"/>
              </a:solidFill>
              <a:latin typeface="Calibri"/>
            </a:endParaRPr>
          </a:p>
          <a:p>
            <a:pPr algn="just">
              <a:lnSpc>
                <a:spcPct val="150000"/>
              </a:lnSpc>
              <a:spcBef>
                <a:spcPts val="400"/>
              </a:spcBef>
            </a:pPr>
            <a:endParaRPr lang="en-US" sz="2600" b="0" strike="noStrike" spc="-1" dirty="0">
              <a:solidFill>
                <a:srgbClr val="000000"/>
              </a:solidFill>
              <a:latin typeface="Calibri"/>
            </a:endParaRPr>
          </a:p>
          <a:p>
            <a:pPr algn="just">
              <a:lnSpc>
                <a:spcPct val="150000"/>
              </a:lnSpc>
              <a:spcBef>
                <a:spcPts val="400"/>
              </a:spcBef>
            </a:pPr>
            <a:endParaRPr lang="en-US" sz="2600" b="0" strike="noStrike" spc="-1" dirty="0">
              <a:solidFill>
                <a:srgbClr val="000000"/>
              </a:solidFill>
              <a:latin typeface="Calibri"/>
            </a:endParaRPr>
          </a:p>
          <a:p>
            <a:pPr algn="just">
              <a:lnSpc>
                <a:spcPct val="150000"/>
              </a:lnSpc>
              <a:spcBef>
                <a:spcPts val="400"/>
              </a:spcBef>
            </a:pPr>
            <a:endParaRPr lang="en-US" sz="2600" b="0" strike="noStrike" spc="-1" dirty="0">
              <a:solidFill>
                <a:srgbClr val="000000"/>
              </a:solidFill>
              <a:latin typeface="Calibri"/>
            </a:endParaRPr>
          </a:p>
          <a:p>
            <a:pPr algn="just">
              <a:lnSpc>
                <a:spcPct val="100000"/>
              </a:lnSpc>
              <a:spcBef>
                <a:spcPts val="400"/>
              </a:spcBef>
            </a:pPr>
            <a:endParaRPr lang="en-US" sz="2600" b="0" strike="noStrike" spc="-1" dirty="0">
              <a:solidFill>
                <a:srgbClr val="000000"/>
              </a:solidFill>
              <a:latin typeface="Calibri"/>
            </a:endParaRPr>
          </a:p>
          <a:p>
            <a:pPr algn="just">
              <a:lnSpc>
                <a:spcPct val="100000"/>
              </a:lnSpc>
              <a:spcBef>
                <a:spcPts val="400"/>
              </a:spcBef>
            </a:pPr>
            <a:endParaRPr lang="en-US" sz="2600" b="0" strike="noStrike" spc="-1" dirty="0">
              <a:solidFill>
                <a:srgbClr val="000000"/>
              </a:solidFill>
              <a:latin typeface="Calibri"/>
            </a:endParaRPr>
          </a:p>
          <a:p>
            <a:pPr algn="just">
              <a:lnSpc>
                <a:spcPct val="100000"/>
              </a:lnSpc>
              <a:spcBef>
                <a:spcPts val="400"/>
              </a:spcBef>
            </a:pPr>
            <a:endParaRPr lang="en-US" sz="2600" b="0" strike="noStrike" spc="-1" dirty="0">
              <a:solidFill>
                <a:srgbClr val="000000"/>
              </a:solidFill>
              <a:latin typeface="Calibri"/>
            </a:endParaRPr>
          </a:p>
          <a:p>
            <a:pPr algn="just">
              <a:lnSpc>
                <a:spcPct val="100000"/>
              </a:lnSpc>
              <a:spcBef>
                <a:spcPts val="400"/>
              </a:spcBef>
            </a:pPr>
            <a:endParaRPr lang="en-US" sz="2600" b="0" strike="noStrike" spc="-1" dirty="0">
              <a:solidFill>
                <a:srgbClr val="000000"/>
              </a:solidFill>
              <a:latin typeface="Calibri"/>
            </a:endParaRPr>
          </a:p>
          <a:p>
            <a:pPr algn="just">
              <a:lnSpc>
                <a:spcPct val="100000"/>
              </a:lnSpc>
              <a:spcBef>
                <a:spcPts val="400"/>
              </a:spcBef>
            </a:pPr>
            <a:endParaRPr lang="en-US" sz="2600" b="0" strike="noStrike" spc="-1" dirty="0">
              <a:solidFill>
                <a:srgbClr val="000000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4409709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AD9524-4065-C01F-3B42-DB680CF34A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>
            <a:extLst>
              <a:ext uri="{FF2B5EF4-FFF2-40B4-BE49-F238E27FC236}">
                <a16:creationId xmlns:a16="http://schemas.microsoft.com/office/drawing/2014/main" id="{591AEA3C-781A-ED61-3660-929FEDA35223}"/>
              </a:ext>
            </a:extLst>
          </p:cNvPr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200" dirty="0"/>
              <a:t>System Modules</a:t>
            </a: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>
            <a:extLst>
              <a:ext uri="{FF2B5EF4-FFF2-40B4-BE49-F238E27FC236}">
                <a16:creationId xmlns:a16="http://schemas.microsoft.com/office/drawing/2014/main" id="{BD610997-3DAC-B403-7C68-BDDE64252287}"/>
              </a:ext>
            </a:extLst>
          </p:cNvPr>
          <p:cNvSpPr txBox="1"/>
          <p:nvPr/>
        </p:nvSpPr>
        <p:spPr>
          <a:xfrm>
            <a:off x="6769390" y="6592494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5</a:t>
            </a:fld>
            <a:endParaRPr lang="en-GB" sz="1200" b="0" strike="noStrike" spc="-1" dirty="0">
              <a:latin typeface="Times New Roman"/>
            </a:endParaRPr>
          </a:p>
        </p:txBody>
      </p:sp>
      <p:sp>
        <p:nvSpPr>
          <p:cNvPr id="5" name="TextShape 2">
            <a:extLst>
              <a:ext uri="{FF2B5EF4-FFF2-40B4-BE49-F238E27FC236}">
                <a16:creationId xmlns:a16="http://schemas.microsoft.com/office/drawing/2014/main" id="{ED5C1AFB-13BD-036A-F315-DF3757C63433}"/>
              </a:ext>
            </a:extLst>
          </p:cNvPr>
          <p:cNvSpPr txBox="1"/>
          <p:nvPr/>
        </p:nvSpPr>
        <p:spPr>
          <a:xfrm>
            <a:off x="359709" y="1752600"/>
            <a:ext cx="8838720" cy="4184827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User Management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Content Management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Search &amp; Filter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Admin Dashboard</a:t>
            </a:r>
            <a:endParaRPr lang="en-US" sz="2600" b="0" strike="noStrike" spc="-1" dirty="0">
              <a:solidFill>
                <a:srgbClr val="000000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8881302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4CA27B-384B-7D1F-8A34-C78830B323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>
            <a:extLst>
              <a:ext uri="{FF2B5EF4-FFF2-40B4-BE49-F238E27FC236}">
                <a16:creationId xmlns:a16="http://schemas.microsoft.com/office/drawing/2014/main" id="{8C711D91-90FE-5D2B-534B-229B4991A869}"/>
              </a:ext>
            </a:extLst>
          </p:cNvPr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200" dirty="0"/>
              <a:t>Key Features</a:t>
            </a: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>
            <a:extLst>
              <a:ext uri="{FF2B5EF4-FFF2-40B4-BE49-F238E27FC236}">
                <a16:creationId xmlns:a16="http://schemas.microsoft.com/office/drawing/2014/main" id="{DA9FC004-059B-BC51-5488-12640DC05D2C}"/>
              </a:ext>
            </a:extLst>
          </p:cNvPr>
          <p:cNvSpPr txBox="1"/>
          <p:nvPr/>
        </p:nvSpPr>
        <p:spPr>
          <a:xfrm>
            <a:off x="6769390" y="6592494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6</a:t>
            </a:fld>
            <a:endParaRPr lang="en-GB" sz="1200" b="0" strike="noStrike" spc="-1" dirty="0">
              <a:latin typeface="Times New Roman"/>
            </a:endParaRPr>
          </a:p>
        </p:txBody>
      </p:sp>
      <p:sp>
        <p:nvSpPr>
          <p:cNvPr id="5" name="TextShape 2">
            <a:extLst>
              <a:ext uri="{FF2B5EF4-FFF2-40B4-BE49-F238E27FC236}">
                <a16:creationId xmlns:a16="http://schemas.microsoft.com/office/drawing/2014/main" id="{B22F23D3-C367-80F5-8DA3-153C3C8AAAC1}"/>
              </a:ext>
            </a:extLst>
          </p:cNvPr>
          <p:cNvSpPr txBox="1"/>
          <p:nvPr/>
        </p:nvSpPr>
        <p:spPr>
          <a:xfrm>
            <a:off x="164008" y="1665514"/>
            <a:ext cx="8838720" cy="4463143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Secure login &amp; authentication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Subject-wise categorized notes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Downloadable materials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Search &amp; filtering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Responsive design</a:t>
            </a:r>
            <a:endParaRPr lang="en-US" sz="2600" b="0" strike="noStrike" spc="-1" dirty="0">
              <a:solidFill>
                <a:srgbClr val="000000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2036857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310247-B8C3-4154-4F2F-BB64B41018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>
            <a:extLst>
              <a:ext uri="{FF2B5EF4-FFF2-40B4-BE49-F238E27FC236}">
                <a16:creationId xmlns:a16="http://schemas.microsoft.com/office/drawing/2014/main" id="{5B4335F4-C1C2-555A-5B3A-131B495047F8}"/>
              </a:ext>
            </a:extLst>
          </p:cNvPr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200" dirty="0"/>
              <a:t>Technology Used</a:t>
            </a: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>
            <a:extLst>
              <a:ext uri="{FF2B5EF4-FFF2-40B4-BE49-F238E27FC236}">
                <a16:creationId xmlns:a16="http://schemas.microsoft.com/office/drawing/2014/main" id="{043B4932-0A48-0B18-CFD2-449D20E1D5D2}"/>
              </a:ext>
            </a:extLst>
          </p:cNvPr>
          <p:cNvSpPr txBox="1"/>
          <p:nvPr/>
        </p:nvSpPr>
        <p:spPr>
          <a:xfrm>
            <a:off x="6769390" y="6592494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7</a:t>
            </a:fld>
            <a:endParaRPr lang="en-GB" sz="1200" b="0" strike="noStrike" spc="-1" dirty="0">
              <a:latin typeface="Times New Roman"/>
            </a:endParaRPr>
          </a:p>
        </p:txBody>
      </p:sp>
      <p:sp>
        <p:nvSpPr>
          <p:cNvPr id="5" name="TextShape 2">
            <a:extLst>
              <a:ext uri="{FF2B5EF4-FFF2-40B4-BE49-F238E27FC236}">
                <a16:creationId xmlns:a16="http://schemas.microsoft.com/office/drawing/2014/main" id="{E55EEA28-1BD4-20C5-6838-CCFBBA3F382E}"/>
              </a:ext>
            </a:extLst>
          </p:cNvPr>
          <p:cNvSpPr txBox="1"/>
          <p:nvPr/>
        </p:nvSpPr>
        <p:spPr>
          <a:xfrm>
            <a:off x="164008" y="1632857"/>
            <a:ext cx="8838720" cy="4315456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Frontend: React.js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Backend: Node.js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Database: MongoDB</a:t>
            </a:r>
          </a:p>
          <a:p>
            <a:pPr marL="457200" indent="-457200" algn="just">
              <a:lnSpc>
                <a:spcPct val="100000"/>
              </a:lnSpc>
              <a:spcBef>
                <a:spcPts val="400"/>
              </a:spcBef>
              <a:buFont typeface="Arial" panose="020B0604020202020204" pitchFamily="34" charset="0"/>
              <a:buChar char="•"/>
            </a:pPr>
            <a:endParaRPr lang="en-US" sz="2600" b="0" strike="noStrike" spc="-1" dirty="0">
              <a:solidFill>
                <a:srgbClr val="000000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6104134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D1A237-3344-F7D7-6802-10D2808EB1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>
            <a:extLst>
              <a:ext uri="{FF2B5EF4-FFF2-40B4-BE49-F238E27FC236}">
                <a16:creationId xmlns:a16="http://schemas.microsoft.com/office/drawing/2014/main" id="{0E3E59FE-D608-3FE8-E871-C9B3FA5FB44D}"/>
              </a:ext>
            </a:extLst>
          </p:cNvPr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200" dirty="0"/>
              <a:t>Expected Outcomes</a:t>
            </a: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>
            <a:extLst>
              <a:ext uri="{FF2B5EF4-FFF2-40B4-BE49-F238E27FC236}">
                <a16:creationId xmlns:a16="http://schemas.microsoft.com/office/drawing/2014/main" id="{F32AC0FF-E000-110D-0C77-3046D02F3117}"/>
              </a:ext>
            </a:extLst>
          </p:cNvPr>
          <p:cNvSpPr txBox="1"/>
          <p:nvPr/>
        </p:nvSpPr>
        <p:spPr>
          <a:xfrm>
            <a:off x="6769390" y="6592494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8</a:t>
            </a:fld>
            <a:endParaRPr lang="en-GB" sz="1200" b="0" strike="noStrike" spc="-1" dirty="0">
              <a:latin typeface="Times New Roman"/>
            </a:endParaRPr>
          </a:p>
        </p:txBody>
      </p:sp>
      <p:sp>
        <p:nvSpPr>
          <p:cNvPr id="5" name="TextShape 2">
            <a:extLst>
              <a:ext uri="{FF2B5EF4-FFF2-40B4-BE49-F238E27FC236}">
                <a16:creationId xmlns:a16="http://schemas.microsoft.com/office/drawing/2014/main" id="{D786FD7B-2C59-FAE6-77C1-D723DDBD11EC}"/>
              </a:ext>
            </a:extLst>
          </p:cNvPr>
          <p:cNvSpPr txBox="1"/>
          <p:nvPr/>
        </p:nvSpPr>
        <p:spPr>
          <a:xfrm>
            <a:off x="164008" y="1807029"/>
            <a:ext cx="8838720" cy="4141284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600" dirty="0"/>
              <a:t>Centralized study platform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600" dirty="0"/>
              <a:t>Improved learning efficiency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600" dirty="0"/>
              <a:t>Affordable access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600" dirty="0"/>
              <a:t>Secure copyright protection</a:t>
            </a:r>
          </a:p>
        </p:txBody>
      </p:sp>
    </p:spTree>
    <p:extLst>
      <p:ext uri="{BB962C8B-B14F-4D97-AF65-F5344CB8AC3E}">
        <p14:creationId xmlns:p14="http://schemas.microsoft.com/office/powerpoint/2010/main" val="35157864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F5C7C4-BDEF-A303-BF54-4AECF933A1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>
            <a:extLst>
              <a:ext uri="{FF2B5EF4-FFF2-40B4-BE49-F238E27FC236}">
                <a16:creationId xmlns:a16="http://schemas.microsoft.com/office/drawing/2014/main" id="{7930862C-7AD6-90E3-5873-BEDDF329CF0A}"/>
              </a:ext>
            </a:extLst>
          </p:cNvPr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200" dirty="0"/>
              <a:t>Conclusion</a:t>
            </a: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>
            <a:extLst>
              <a:ext uri="{FF2B5EF4-FFF2-40B4-BE49-F238E27FC236}">
                <a16:creationId xmlns:a16="http://schemas.microsoft.com/office/drawing/2014/main" id="{C0CE2783-237B-6525-9734-6A52C3F2A2FE}"/>
              </a:ext>
            </a:extLst>
          </p:cNvPr>
          <p:cNvSpPr txBox="1"/>
          <p:nvPr/>
        </p:nvSpPr>
        <p:spPr>
          <a:xfrm>
            <a:off x="6769390" y="6592494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9</a:t>
            </a:fld>
            <a:endParaRPr lang="en-GB" sz="1200" b="0" strike="noStrike" spc="-1" dirty="0">
              <a:latin typeface="Times New Roman"/>
            </a:endParaRPr>
          </a:p>
        </p:txBody>
      </p:sp>
      <p:sp>
        <p:nvSpPr>
          <p:cNvPr id="5" name="TextShape 2">
            <a:extLst>
              <a:ext uri="{FF2B5EF4-FFF2-40B4-BE49-F238E27FC236}">
                <a16:creationId xmlns:a16="http://schemas.microsoft.com/office/drawing/2014/main" id="{335B69B3-4A1A-8375-4838-F611E3DF0D05}"/>
              </a:ext>
            </a:extLst>
          </p:cNvPr>
          <p:cNvSpPr txBox="1"/>
          <p:nvPr/>
        </p:nvSpPr>
        <p:spPr>
          <a:xfrm>
            <a:off x="164008" y="1807029"/>
            <a:ext cx="8838720" cy="4141284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NoteSphere integrates learning with copyright protection.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Ensures quality content and ownership transparency.</a:t>
            </a:r>
          </a:p>
        </p:txBody>
      </p:sp>
    </p:spTree>
    <p:extLst>
      <p:ext uri="{BB962C8B-B14F-4D97-AF65-F5344CB8AC3E}">
        <p14:creationId xmlns:p14="http://schemas.microsoft.com/office/powerpoint/2010/main" val="40474211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1297577" y="2821578"/>
            <a:ext cx="6705599" cy="1410788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US" sz="54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10</a:t>
            </a:fld>
            <a:endParaRPr lang="en-GB" sz="12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8344798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96F1BF43DDE004485E7A868D137D60A" ma:contentTypeVersion="0" ma:contentTypeDescription="Create a new document." ma:contentTypeScope="" ma:versionID="47fff7f98a9c49c088ba096c14cf4458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c05e9f2c4932a6a674126b9dde7716ea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37ED6F0-5E4C-4CD0-9B68-9C53F925A6F7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A62A602-78C1-468C-BB25-57CD481DB741}">
  <ds:schemaRefs>
    <ds:schemaRef ds:uri="http://purl.org/dc/terms/"/>
    <ds:schemaRef ds:uri="http://purl.org/dc/dcmitype/"/>
    <ds:schemaRef ds:uri="http://purl.org/dc/elements/1.1/"/>
    <ds:schemaRef ds:uri="http://schemas.microsoft.com/office/infopath/2007/PartnerControls"/>
    <ds:schemaRef ds:uri="http://www.w3.org/XML/1998/namespace"/>
    <ds:schemaRef ds:uri="http://schemas.microsoft.com/office/2006/documentManagement/types"/>
    <ds:schemaRef ds:uri="http://schemas.openxmlformats.org/package/2006/metadata/core-properties"/>
    <ds:schemaRef ds:uri="http://schemas.microsoft.com/office/2006/metadata/properties"/>
  </ds:schemaRefs>
</ds:datastoreItem>
</file>

<file path=customXml/itemProps3.xml><?xml version="1.0" encoding="utf-8"?>
<ds:datastoreItem xmlns:ds="http://schemas.openxmlformats.org/officeDocument/2006/customXml" ds:itemID="{491DF113-39A2-46D5-BFDA-E63300A9ECA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34950</TotalTime>
  <Words>332</Words>
  <Application>Microsoft Office PowerPoint</Application>
  <PresentationFormat>On-screen Show (4:3)</PresentationFormat>
  <Paragraphs>99</Paragraphs>
  <Slides>10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Times New Roman</vt:lpstr>
      <vt:lpstr>Office Theme</vt:lpstr>
      <vt:lpstr>c1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CCC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ABC</dc:creator>
  <cp:lastModifiedBy>Arpit Garg</cp:lastModifiedBy>
  <cp:revision>2310</cp:revision>
  <dcterms:created xsi:type="dcterms:W3CDTF">2010-04-09T07:36:15Z</dcterms:created>
  <dcterms:modified xsi:type="dcterms:W3CDTF">2026-05-15T19:23:47Z</dcterms:modified>
  <dc:language>en-GB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Company">
    <vt:lpwstr>CCC</vt:lpwstr>
  </property>
  <property fmtid="{D5CDD505-2E9C-101B-9397-08002B2CF9AE}" pid="4" name="HiddenSlides">
    <vt:i4>0</vt:i4>
  </property>
  <property fmtid="{D5CDD505-2E9C-101B-9397-08002B2CF9AE}" pid="5" name="HyperlinksChanged">
    <vt:bool>false</vt:bool>
  </property>
  <property fmtid="{D5CDD505-2E9C-101B-9397-08002B2CF9AE}" pid="6" name="LinksUpToDate">
    <vt:bool>false</vt:bool>
  </property>
  <property fmtid="{D5CDD505-2E9C-101B-9397-08002B2CF9AE}" pid="7" name="MMClips">
    <vt:i4>0</vt:i4>
  </property>
  <property fmtid="{D5CDD505-2E9C-101B-9397-08002B2CF9AE}" pid="8" name="Notes">
    <vt:i4>0</vt:i4>
  </property>
  <property fmtid="{D5CDD505-2E9C-101B-9397-08002B2CF9AE}" pid="9" name="PresentationFormat">
    <vt:lpwstr>On-screen Show (4:3)</vt:lpwstr>
  </property>
  <property fmtid="{D5CDD505-2E9C-101B-9397-08002B2CF9AE}" pid="10" name="ScaleCrop">
    <vt:bool>false</vt:bool>
  </property>
  <property fmtid="{D5CDD505-2E9C-101B-9397-08002B2CF9AE}" pid="11" name="ShareDoc">
    <vt:bool>false</vt:bool>
  </property>
  <property fmtid="{D5CDD505-2E9C-101B-9397-08002B2CF9AE}" pid="12" name="Slides">
    <vt:i4>37</vt:i4>
  </property>
  <property fmtid="{D5CDD505-2E9C-101B-9397-08002B2CF9AE}" pid="13" name="ContentTypeId">
    <vt:lpwstr>0x010100096F1BF43DDE004485E7A868D137D60A</vt:lpwstr>
  </property>
</Properties>
</file>